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-7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rPr dirty="0"/>
              <a:t>ESSE – Naturals &amp; Nutrition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>
                <a:solidFill>
                  <a:srgbClr val="212529"/>
                </a:solidFill>
              </a:defRPr>
            </a:pPr>
            <a:r>
              <a:rPr dirty="0"/>
              <a:t>AI-Powered E-commerce Platform</a:t>
            </a:r>
          </a:p>
          <a:p>
            <a:pPr algn="ctr">
              <a:defRPr sz="1800">
                <a:solidFill>
                  <a:srgbClr val="212529"/>
                </a:solidFill>
              </a:defRPr>
            </a:pPr>
            <a:r>
              <a:rPr dirty="0"/>
              <a:t>Next.js + TypeScript + AI Integration</a:t>
            </a:r>
          </a:p>
          <a:p>
            <a:pPr algn="ctr">
              <a:defRPr sz="1800">
                <a:solidFill>
                  <a:srgbClr val="212529"/>
                </a:solidFill>
              </a:defRPr>
            </a:pPr>
            <a:endParaRPr dirty="0"/>
          </a:p>
          <a:p>
            <a:pPr algn="ctr">
              <a:defRPr sz="1800">
                <a:solidFill>
                  <a:srgbClr val="212529"/>
                </a:solidFill>
              </a:defRPr>
            </a:pPr>
            <a:r>
              <a:rPr dirty="0"/>
              <a:t>Presented by: Development Team</a:t>
            </a:r>
          </a:p>
          <a:p>
            <a:pPr algn="ctr">
              <a:defRPr sz="1800">
                <a:solidFill>
                  <a:srgbClr val="212529"/>
                </a:solidFill>
              </a:defRPr>
            </a:pPr>
            <a:r>
              <a:rPr dirty="0"/>
              <a:t>Date: January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28B22"/>
                </a:solidFill>
              </a:defRPr>
            </a:pPr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90872"/>
          </a:xfrm>
        </p:spPr>
        <p:txBody>
          <a:bodyPr>
            <a:normAutofit lnSpcReduction="10000"/>
          </a:bodyPr>
          <a:lstStyle/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🌿 ESSE Naturals &amp; Nutrition - Complete E-commerce Solution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endParaRPr dirty="0"/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📋 What is this project?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• AI-powered e-commerce platform for natural &amp; nutrition products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• Built with modern web technologies and cutting-edge AI integration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• Comprehensive shopping experience with intelligent automation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endParaRPr dirty="0"/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🎯 Key Highlights: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• Complete shopping cart and checkout system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• AI-powered product recommendations and analysis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• Admin dashboard with analytics and management tools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• Mobile-responsive design with modern UI/UX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• Integrated payment system (</a:t>
            </a:r>
            <a:r>
              <a:rPr dirty="0" err="1"/>
              <a:t>Razorpay</a:t>
            </a:r>
            <a:r>
              <a:rPr dirty="0"/>
              <a:t>)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• Real-time data collection and user behavior tracking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endParaRPr dirty="0"/>
          </a:p>
          <a:p>
            <a:pPr>
              <a:defRPr sz="1600">
                <a:solidFill>
                  <a:srgbClr val="212529"/>
                </a:solidFill>
              </a:defRPr>
            </a:pPr>
            <a:r>
              <a:rPr dirty="0"/>
              <a:t>🚀 Target Market: Health-conscious consumers seeking natural products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28B22"/>
                </a:solidFill>
              </a:defRPr>
            </a:pPr>
            <a:r>
              <a:rPr dirty="0"/>
              <a:t>Core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🛒 E-COMMERCE FEATURES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Product catalog with categories and search functionality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Shopping cart with persistent state (</a:t>
            </a:r>
            <a:r>
              <a:rPr dirty="0" err="1"/>
              <a:t>Zustand</a:t>
            </a:r>
            <a:r>
              <a:rPr dirty="0"/>
              <a:t> + </a:t>
            </a:r>
            <a:r>
              <a:rPr dirty="0" err="1"/>
              <a:t>localStorage</a:t>
            </a:r>
            <a:r>
              <a:rPr dirty="0"/>
              <a:t>)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Secure checkout process with multiple payment options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User account management and order tracking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Wishlist and favorites functionality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endParaRPr dirty="0"/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🤖 AI-POWERED FEATURES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Smart product descriptions using Google Gemini AI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Intelligent product categorization and SEO optimization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AI Vision Analysis with Face-API.js and TensorFlow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AI Voice Assistant for hands-free navigation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Personalized recommendations based on user behavior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Real-time data collection and analytics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endParaRPr dirty="0"/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👨‍💼 ADMIN FEATURES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Comprehensive admin dashboard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Product and inventory management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Order management and tracking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User management and analytics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rPr dirty="0"/>
              <a:t>• AI control center with monitoring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8B22"/>
                </a:solidFill>
              </a:defRPr>
            </a:pPr>
            <a:r>
              <a:rPr dirty="0"/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  <a:latin typeface="Courier New"/>
              </a:defRPr>
            </a:pPr>
            <a:endParaRPr dirty="0"/>
          </a:p>
          <a:p>
            <a:r>
              <a:rPr dirty="0"/>
              <a:t>┌─────────────────────────────────────────────────────────┐</a:t>
            </a:r>
          </a:p>
          <a:p>
            <a:r>
              <a:rPr dirty="0"/>
              <a:t>│                    FRONTEND LAYER                       │</a:t>
            </a:r>
          </a:p>
          <a:p>
            <a:r>
              <a:rPr dirty="0"/>
              <a:t>│    Next.js 15 + TypeScript + </a:t>
            </a:r>
            <a:r>
              <a:rPr dirty="0" err="1"/>
              <a:t>TailwindCSS</a:t>
            </a:r>
            <a:r>
              <a:rPr dirty="0"/>
              <a:t> + </a:t>
            </a:r>
            <a:r>
              <a:rPr dirty="0" err="1"/>
              <a:t>Zustand</a:t>
            </a:r>
            <a:r>
              <a:rPr dirty="0"/>
              <a:t>    │</a:t>
            </a:r>
          </a:p>
          <a:p>
            <a:r>
              <a:rPr dirty="0"/>
              <a:t>├─────────────────────────────────────────────────────────┤</a:t>
            </a:r>
          </a:p>
          <a:p>
            <a:r>
              <a:rPr dirty="0"/>
              <a:t>│  Pages        │  Components   │  AI Features │  Layout  │</a:t>
            </a:r>
          </a:p>
          <a:p>
            <a:r>
              <a:rPr dirty="0"/>
              <a:t>│  • Home       │  • UI         │  • Vision    │  • Header│</a:t>
            </a:r>
          </a:p>
          <a:p>
            <a:r>
              <a:rPr dirty="0"/>
              <a:t>│  • Shop       │  • Product    │  • Voice     │  • Footer│</a:t>
            </a:r>
          </a:p>
          <a:p>
            <a:r>
              <a:rPr dirty="0"/>
              <a:t>│  • Cart       │  • Layout     │  • Control   │  • Nav   │</a:t>
            </a:r>
          </a:p>
          <a:p>
            <a:r>
              <a:rPr dirty="0"/>
              <a:t>│  • Account    │  • AI         │  • Dashboard │          │</a:t>
            </a:r>
          </a:p>
          <a:p>
            <a:r>
              <a:rPr dirty="0"/>
              <a:t>│  • Admin      │               │              │          │</a:t>
            </a:r>
          </a:p>
          <a:p>
            <a:r>
              <a:rPr dirty="0"/>
              <a:t>└─────────────────────────────────────────────────────────┘</a:t>
            </a:r>
          </a:p>
          <a:p>
            <a:r>
              <a:rPr dirty="0"/>
              <a:t>                              │</a:t>
            </a:r>
          </a:p>
          <a:p>
            <a:r>
              <a:rPr dirty="0"/>
              <a:t>                              ▼</a:t>
            </a:r>
          </a:p>
          <a:p>
            <a:r>
              <a:rPr dirty="0"/>
              <a:t>┌─────────────────────────────────────────────────────────┐</a:t>
            </a:r>
          </a:p>
          <a:p>
            <a:r>
              <a:rPr dirty="0"/>
              <a:t>│                   API LAYER                             │</a:t>
            </a:r>
          </a:p>
          <a:p>
            <a:r>
              <a:rPr dirty="0"/>
              <a:t>│              Next.js API Routes                         │</a:t>
            </a:r>
          </a:p>
          <a:p>
            <a:r>
              <a:rPr dirty="0"/>
              <a:t>├─────────────────────────────────────────────────────────┤</a:t>
            </a:r>
          </a:p>
          <a:p>
            <a:r>
              <a:rPr dirty="0"/>
              <a:t>│  Auth API    │  Products API │  Payment API │  AI API   │</a:t>
            </a:r>
          </a:p>
          <a:p>
            <a:r>
              <a:rPr dirty="0"/>
              <a:t>│  • Login     │  • CRUD       │  • </a:t>
            </a:r>
            <a:r>
              <a:rPr dirty="0" err="1"/>
              <a:t>Razorpay</a:t>
            </a:r>
            <a:r>
              <a:rPr dirty="0"/>
              <a:t>  │  • Gemini │</a:t>
            </a:r>
          </a:p>
          <a:p>
            <a:r>
              <a:rPr dirty="0"/>
              <a:t>│  • Register  │  • Search     │  • Verify    │  • Vision │</a:t>
            </a:r>
          </a:p>
          <a:p>
            <a:r>
              <a:rPr dirty="0"/>
              <a:t>│              │  • Filter     │              │  • Voice  │</a:t>
            </a:r>
          </a:p>
          <a:p>
            <a:r>
              <a:rPr dirty="0"/>
              <a:t>└─────────────────────────────────────────────────────────┘</a:t>
            </a:r>
          </a:p>
          <a:p>
            <a:r>
              <a:rPr dirty="0"/>
              <a:t>                              │</a:t>
            </a:r>
          </a:p>
          <a:p>
            <a:r>
              <a:rPr dirty="0"/>
              <a:t>                              ▼</a:t>
            </a:r>
          </a:p>
          <a:p>
            <a:r>
              <a:rPr dirty="0"/>
              <a:t>┌─────────────────────────────────────────────────────────┐</a:t>
            </a:r>
          </a:p>
          <a:p>
            <a:r>
              <a:rPr dirty="0"/>
              <a:t>│                DATABASE &amp; AI LAYER                      │</a:t>
            </a:r>
          </a:p>
          <a:p>
            <a:r>
              <a:rPr dirty="0"/>
              <a:t>│        MongoDB + AI Services + File Storage            │</a:t>
            </a:r>
          </a:p>
          <a:p>
            <a:r>
              <a:rPr dirty="0"/>
              <a:t>├─────────────────────────────────────────────────────────┤</a:t>
            </a:r>
          </a:p>
          <a:p>
            <a:r>
              <a:rPr dirty="0"/>
              <a:t>│  MongoDB     │  AI Services  │  File Storage│  Analytics│</a:t>
            </a:r>
          </a:p>
          <a:p>
            <a:r>
              <a:rPr dirty="0"/>
              <a:t>│  • Users     │  • Google     │  • Images    │  • Reports│</a:t>
            </a:r>
          </a:p>
          <a:p>
            <a:r>
              <a:rPr dirty="0"/>
              <a:t>│  • Products  │    Gemini     │  • Documents │  • Metrics│</a:t>
            </a:r>
          </a:p>
          <a:p>
            <a:r>
              <a:rPr dirty="0"/>
              <a:t>│  • Orders    │  • TensorFlow │              │           │</a:t>
            </a:r>
          </a:p>
          <a:p>
            <a:r>
              <a:rPr dirty="0"/>
              <a:t>│  • Categories│  • Face-API   │              │           │</a:t>
            </a:r>
          </a:p>
          <a:p>
            <a:r>
              <a:rPr dirty="0"/>
              <a:t>└─────────────────────────────────────────────────────────┘</a:t>
            </a:r>
          </a:p>
          <a:p>
            <a:r>
              <a:rPr dirty="0"/>
              <a:t>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28B22"/>
                </a:solidFill>
              </a:defRPr>
            </a:pPr>
            <a:r>
              <a:rPr dirty="0"/>
              <a:t>AI Integration &amp;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🧠 AI SERVICES IMPLEMENTED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🤖 Google Gemini Integration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Smart product description generation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Intelligent categorization and tagging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SEO optimization with keyword generation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Content quality analysis and improvement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👁️ Computer Vision (TensorFlow + Face-API.js)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Product image analysis and feature extraction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Visual product recognition and categorization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Quality assessment of product images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Facial recognition for personalized experiences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🗣️ Voice Intelligence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Speech-to-text for voice commands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Voice-controlled navigation and search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Audio feedback and responses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Hands-free shopping experience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📊 Machine Learning &amp; Analytics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Collaborative filtering for recommendations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User behavior pattern analysis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Purchase prediction algorithms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Real-time data collection and processing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Automated model training and optimization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🔄 Complete AI Automation Pipeline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End-to-end product processing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Automated content generation workflow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Intelligent inventory management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Predictive analytics for business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8B22"/>
                </a:solidFill>
              </a:defRPr>
            </a:pPr>
            <a:r>
              <a:rPr dirty="0"/>
              <a:t>User Journey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  <a:latin typeface="Courier New"/>
              </a:defRPr>
            </a:pPr>
            <a:endParaRPr dirty="0"/>
          </a:p>
          <a:p>
            <a:r>
              <a:rPr dirty="0"/>
              <a:t>🎯 CUSTOMER JOURNEY FLOW</a:t>
            </a:r>
          </a:p>
          <a:p>
            <a:endParaRPr dirty="0"/>
          </a:p>
          <a:p>
            <a:r>
              <a:rPr dirty="0"/>
              <a:t>┌─────────────┐    ┌─────────────┐    ┌─────────────┐    ┌─────────────┐</a:t>
            </a:r>
          </a:p>
          <a:p>
            <a:r>
              <a:rPr dirty="0"/>
              <a:t>│   Landing   │──▶ │   Browse    │──▶ │   Search    │──▶ │   Filter    │</a:t>
            </a:r>
          </a:p>
          <a:p>
            <a:r>
              <a:rPr dirty="0"/>
              <a:t>│    Page     │    │  Products   │    │  Products   │    │  Products   │</a:t>
            </a:r>
          </a:p>
          <a:p>
            <a:r>
              <a:rPr dirty="0"/>
              <a:t>└─────────────┘    └─────────────┘    └─────────────┘    └─────────────┘</a:t>
            </a:r>
          </a:p>
          <a:p>
            <a:r>
              <a:rPr dirty="0"/>
              <a:t>        │                                                        │</a:t>
            </a:r>
          </a:p>
          <a:p>
            <a:r>
              <a:rPr dirty="0"/>
              <a:t>        ▼                                                        ▼</a:t>
            </a:r>
          </a:p>
          <a:p>
            <a:r>
              <a:rPr dirty="0"/>
              <a:t>┌─────────────┐    ┌─────────────┐    ┌─────────────┐    ┌─────────────┐</a:t>
            </a:r>
          </a:p>
          <a:p>
            <a:r>
              <a:rPr dirty="0"/>
              <a:t>│ AI Features │    │   Product   │◀── │   Select    │◀── │    View     │</a:t>
            </a:r>
          </a:p>
          <a:p>
            <a:r>
              <a:rPr dirty="0"/>
              <a:t>│  Showcase   │    │   Details   │    │  Product    │    │  Products   │</a:t>
            </a:r>
          </a:p>
          <a:p>
            <a:r>
              <a:rPr dirty="0"/>
              <a:t>└─────────────┘    └─────────────┘    └─────────────┘    └─────────────┘</a:t>
            </a:r>
          </a:p>
          <a:p>
            <a:r>
              <a:rPr dirty="0"/>
              <a:t>                           │</a:t>
            </a:r>
          </a:p>
          <a:p>
            <a:r>
              <a:rPr dirty="0"/>
              <a:t>                           ▼</a:t>
            </a:r>
          </a:p>
          <a:p>
            <a:r>
              <a:rPr dirty="0"/>
              <a:t>┌─────────────┐    ┌─────────────┐    ┌─────────────┐    ┌─────────────┐</a:t>
            </a:r>
          </a:p>
          <a:p>
            <a:r>
              <a:rPr dirty="0"/>
              <a:t>│   Payment   │◀── │  Checkout   │◀── │    Cart     │◀── │  Add to     │</a:t>
            </a:r>
          </a:p>
          <a:p>
            <a:r>
              <a:rPr dirty="0"/>
              <a:t>│ (</a:t>
            </a:r>
            <a:r>
              <a:rPr dirty="0" err="1"/>
              <a:t>Razorpay</a:t>
            </a:r>
            <a:r>
              <a:rPr dirty="0"/>
              <a:t>)  │    │   Process   │    │ Management  │    │    Cart     │</a:t>
            </a:r>
          </a:p>
          <a:p>
            <a:r>
              <a:rPr dirty="0"/>
              <a:t>└─────────────┘    └─────────────┘    └─────────────┘    └─────────────┘</a:t>
            </a:r>
          </a:p>
          <a:p>
            <a:r>
              <a:rPr dirty="0"/>
              <a:t>        │</a:t>
            </a:r>
          </a:p>
          <a:p>
            <a:r>
              <a:rPr dirty="0"/>
              <a:t>        ▼</a:t>
            </a:r>
          </a:p>
          <a:p>
            <a:r>
              <a:rPr dirty="0"/>
              <a:t>┌─────────────┐    ┌─────────────┐    ┌─────────────┐</a:t>
            </a:r>
          </a:p>
          <a:p>
            <a:r>
              <a:rPr dirty="0"/>
              <a:t>│   Order     │──▶ │   Track     │──▶ │  Customer   │</a:t>
            </a:r>
          </a:p>
          <a:p>
            <a:r>
              <a:rPr dirty="0"/>
              <a:t>│Confirmation │    │   Order     │    │  Support    │</a:t>
            </a:r>
          </a:p>
          <a:p>
            <a:r>
              <a:rPr dirty="0"/>
              <a:t>└─────────────┘    └─────────────┘    └─────────────┘</a:t>
            </a:r>
          </a:p>
          <a:p>
            <a:endParaRPr dirty="0"/>
          </a:p>
          <a:p>
            <a:r>
              <a:rPr dirty="0"/>
              <a:t>🤖 AI ENHANCEMENTS AT EACH STEP:</a:t>
            </a:r>
          </a:p>
          <a:p>
            <a:r>
              <a:rPr dirty="0"/>
              <a:t>• Personalized product recommendations</a:t>
            </a:r>
          </a:p>
          <a:p>
            <a:r>
              <a:rPr dirty="0"/>
              <a:t>• Smart search with voice commands</a:t>
            </a:r>
          </a:p>
          <a:p>
            <a:r>
              <a:rPr dirty="0"/>
              <a:t>• AI-powered product descriptions</a:t>
            </a:r>
          </a:p>
          <a:p>
            <a:r>
              <a:rPr dirty="0"/>
              <a:t>• Intelligent categorization</a:t>
            </a:r>
          </a:p>
          <a:p>
            <a:r>
              <a:rPr dirty="0"/>
              <a:t>• Predictive analytics for better UX</a:t>
            </a:r>
          </a:p>
          <a:p>
            <a:r>
              <a:rPr dirty="0"/>
              <a:t>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28B22"/>
                </a:solidFill>
              </a:defRPr>
            </a:pPr>
            <a:r>
              <a:rPr dirty="0"/>
              <a:t>Technology Stack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💻 FRONTEND TECHNOLOGIES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Next.js 15 with App Router - Modern React framework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TypeScript - Type-safe development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TailwindCSS</a:t>
            </a:r>
            <a:r>
              <a:rPr dirty="0"/>
              <a:t> - Utility-first CSS framework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Framer Motion - Advanced animations and transitions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Zustand</a:t>
            </a:r>
            <a:r>
              <a:rPr dirty="0"/>
              <a:t> - Lightweight state management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Radix UI - Accessible component primitives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endParaRPr dirty="0"/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🔧 BACKEND &amp; API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Next.js API Routes - Serverless API endpoints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MongoDB - NoSQL database for scalability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NextAuth.js - Authentication and session management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Razorpay</a:t>
            </a:r>
            <a:r>
              <a:rPr dirty="0"/>
              <a:t> - Payment gateway integration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endParaRPr dirty="0"/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🤖 AI &amp; MACHINE LEARNING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Google Gemini AI - Advanced language model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TensorFlow.js - Browser-based machine learning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Face-API.js - Face detection and recognition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ML5.js - Creative machine learning library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OpenAI API - Additional AI capabilities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scikit-learn - Machine learning algorithms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endParaRPr dirty="0"/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📊 ANALYTICS &amp; MONITORING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Chart.js &amp; Recharts - Data visualization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Real-time analytics dashboard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User behavior tracking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Performance monitoring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endParaRPr dirty="0"/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🛠️ DEVELOPMENT TOOLS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ESLint</a:t>
            </a:r>
            <a:r>
              <a:rPr dirty="0"/>
              <a:t> - Code quality and consistency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TypeScript compiler - Type checking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Git version control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rPr dirty="0"/>
              <a:t>• Visual Studio Code with extensions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28B22"/>
                </a:solidFill>
              </a:defRPr>
            </a:pPr>
            <a:r>
              <a:rPr dirty="0"/>
              <a:t>Benefits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💰 BUSINESS BENEFITS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📈 Revenue Growth Opportunities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Personalized recommendations increase average order value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AI-powered SEO improves organic traffic and conversions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Intelligent inventory management reduces costs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Automated content generation saves operational time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👥 Enhanced Customer Experience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Faster product discovery with smart search and filters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Personalized shopping experience based on behavior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Voice-controlled navigation for accessibility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Real-time customer support and assistance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⚡ Operational Efficiency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Automated product categorization and description generation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Reduced manual content creation time by 80%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Intelligent analytics for data-driven decision making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Automated order processing and management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🎯 Competitive Advantages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Cutting-edge AI integration sets apart from competitors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Modern, responsive design appeals to tech-savvy customers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Scalable architecture supports business growth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Real-time analytics provide business insights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🔮 Future-Ready Platform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Continuous learning from user interactions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Expandable AI capabilities and integrations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Modern tech stack ensures long-term maintainability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Ready for emerging technologies and trends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📊 Measurable Impact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100% test success rate for all AI features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Production-ready system with monitoring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Complete documentation and support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28B22"/>
                </a:solidFill>
              </a:defRPr>
            </a:pPr>
            <a:r>
              <a:rPr dirty="0"/>
              <a:t>Conclusion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🎉 PROJECT SUCCESS SUMMARY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✅ ACHIEVEMENTS COMPLETED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Complete AI-powered e-commerce platform delivered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All 15+ AI features successfully implemented and tested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Production-ready system with comprehensive monitoring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Full documentation and admin interface created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Modern, scalable architecture with TypeScript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Integrated payment system and user management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🔄 CURRENT STATUS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100% functional system ready for deployment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All AI services operational and tested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Complete user journey from browsing to purchase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Admin dashboard with analytics and management tools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Real-time data collection and machine learning integration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🚀 FUTURE ENHANCEMENTS (ROADMAP)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Advanced ML models for better recommendations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A/B testing for AI-generated content optimization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Real-time inventory management with AI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Mobile application development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Advanced analytics and business intelligence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• Integration with social media and marketing platforms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🎯 IMMEDIATE NEXT STEPS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1. Deploy to production environment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2. Set up monitoring and analytics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3. Train team on admin interface usage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4. Launch marketing campaigns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5. Collect user feedback for improvements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endParaRPr dirty="0"/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💡 KEY TAKEAWAY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/>
              <a:t>ESSE Naturals &amp; Nutrition is now a complete, intelligent e-commerce platform that combines modern web technologies with cutting-edge AI to deliver exceptional user experiences and business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1390</Words>
  <Application>Microsoft Office PowerPoint</Application>
  <PresentationFormat>On-screen Show (4:3)</PresentationFormat>
  <Paragraphs>255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ESSE – Naturals &amp; Nutrition</vt:lpstr>
      <vt:lpstr>Project Overview</vt:lpstr>
      <vt:lpstr>Core Features &amp; Capabilities</vt:lpstr>
      <vt:lpstr>PowerPoint Presentation</vt:lpstr>
      <vt:lpstr>AI Integration &amp; Machine Learning</vt:lpstr>
      <vt:lpstr>PowerPoint Presentation</vt:lpstr>
      <vt:lpstr>Technology Stack &amp; Tools</vt:lpstr>
      <vt:lpstr>Benefits &amp; Business Impact</vt:lpstr>
      <vt:lpstr>Conclusion &amp; Future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Zeyaul Haque Md</cp:lastModifiedBy>
  <cp:revision>2</cp:revision>
  <dcterms:created xsi:type="dcterms:W3CDTF">2013-01-27T09:14:16Z</dcterms:created>
  <dcterms:modified xsi:type="dcterms:W3CDTF">2025-08-15T05:34:29Z</dcterms:modified>
  <cp:category/>
</cp:coreProperties>
</file>